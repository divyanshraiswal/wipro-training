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– Version Control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overview of Git and its importance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is a distributed version control system used to track changes in files and source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in 2005 by Linus Torvalds for Linux kernel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Version Control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system to track changes, manage versions, and collaborate efficiently.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Collaboration, backup, branching, merging, rollback, and history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Distributed VCS</a:t>
            </a:r>
          </a:p>
          <a:p>
            <a:r>
              <a:t>• Fast performance</a:t>
            </a:r>
          </a:p>
          <a:p>
            <a:r>
              <a:t>• Strong branching &amp; merging</a:t>
            </a:r>
          </a:p>
          <a:p>
            <a:r>
              <a:t>• High security</a:t>
            </a:r>
          </a:p>
          <a:p>
            <a:r>
              <a:t>• Open source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Git Terminologies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Repository</a:t>
            </a:r>
          </a:p>
          <a:p>
            <a:r>
              <a:t>Commit</a:t>
            </a:r>
          </a:p>
          <a:p>
            <a:r>
              <a:t>Branch</a:t>
            </a:r>
          </a:p>
          <a:p>
            <a:r>
              <a:t>Merge</a:t>
            </a:r>
          </a:p>
          <a:p>
            <a:r>
              <a:t>Remote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Git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init</a:t>
            </a:r>
          </a:p>
          <a:p>
            <a:r>
              <a:t>git clone</a:t>
            </a:r>
          </a:p>
          <a:p>
            <a:r>
              <a:t>git status</a:t>
            </a:r>
          </a:p>
          <a:p>
            <a:r>
              <a:t>git add</a:t>
            </a:r>
          </a:p>
          <a:p>
            <a:r>
              <a:t>git commit</a:t>
            </a:r>
          </a:p>
          <a:p>
            <a:r>
              <a:t>git pull</a:t>
            </a:r>
          </a:p>
          <a:p>
            <a:r>
              <a:t>git push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repo → Clone → Modify → Stage → Commit → Push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Branching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Allows independent feature development while keeping main branch stable.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 vs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= VCS</a:t>
            </a:r>
          </a:p>
          <a:p>
            <a:r>
              <a:t>GitHub = Hosting &amp; collaboration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Fast, reliable, scalable, offline work, strong community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development, Data Science, Open-source, Enterprise projects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improves collaboration, productivity, and code 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